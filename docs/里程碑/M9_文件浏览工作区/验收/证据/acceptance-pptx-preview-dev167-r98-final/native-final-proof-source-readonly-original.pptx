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  <Default Extension="png" ContentType="image/png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F20Image" Type="http://schemas.openxmlformats.org/officeDocument/2006/relationships/image" Target="../media/f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TABLE_OLD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  <p:pic>
        <p:nvPicPr>
          <p:cNvPr id="20" name="F20 original green image"/>
          <p:cNvPicPr/>
          <p:nvPr/>
        </p:nvPicPr>
        <p:blipFill>
          <a:blip r:embed="rIdF20Image"/>
          <a:stretch>
            <a:fillRect/>
          </a:stretch>
        </p:blipFill>
        <p:spPr>
          <a:xfrm>
            <a:off x="5943600" y="3429000"/>
            <a:ext cx="1828800" cy="914400"/>
          </a:xfrm>
          <a:prstGeom prst="rect">
            <a:avLst/>
          </a:prstGeom>
        </p:spPr>
      </p:pic>
    </p:spTree>
  </p:cSld>
  <p:transition spd="slow">
    <p:fade/>
  </p:transition>
  <p:timing>
    <p:tnLst>
      <p:par>
        <p:cTn id="1">
          <p:childTnLst>
            <p:set>
              <p:cBhvr>
                <p:cTn id="2"/>
                <p:tgtEl>
                  <p:spTgt spid="20"/>
                </p:tgtEl>
              </p:cBhvr>
              <p:to>
                <p:strVal val="visible"/>
              </p:to>
            </p:set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