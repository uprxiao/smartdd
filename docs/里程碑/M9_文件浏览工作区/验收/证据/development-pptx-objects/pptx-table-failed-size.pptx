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MASTER_TITLE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 firstCol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TABLE_EDITED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TABLE_CELL_NATIVE 中文</a:t>
                      </a:r>
                    </a:p>
                  </a:txBody>
                </a:tc>
              </a:tr>
            </a:tbl>
          </a:graphicData>
        </a:graphic>
      </p:graphicFrame>
      <p:graphicFrame xmlns:c="http://schemas.openxmlformats.org/drawingml/2006/chart">
        <p:nvGraphicFramePr>
          <p:cNvPr id="7" name="M9_CHART"/>
          <p:cNvGraphicFramePr/>
          <p:nvPr/>
        </p:nvGraphicFramePr>
        <p:xfrm>
          <a:off x="5000000" y="2000000"/>
          <a:ext cx="4000000" cy="2500000"/>
        </p:xfrm>
        <a:graphic>
          <a:graphicData uri="http://schemas.openxmlformats.org/drawingml/2006/chart">
            <c:chart r:id="rIdChart"/>
          </a:graphicData>
        </a:graphic>
      </p:graphicFrame>
      <p:graphicFrame xmlns:p="http://schemas.openxmlformats.org/presentationml/2006/main" xmlns:a="http://schemas.openxmlformats.org/drawingml/2006/main">
        <p:nvGraphicFramePr>
          <p:cNvPr id="8" name="Table 8"/>
          <p:cNvGraphicFramePr/>
          <p:nvPr/>
        </p:nvGraphicFramePr>
        <p:xfrm>
          <a:off x="2413000" y="3111500"/>
          <a:ext cx="4445000" cy="1651000"/>
        </p:xfrm>
        <a:graphic>
          <a:graphicData uri="http://schemas.openxmlformats.org/drawingml/2006/table">
            <a:tbl>
              <a:tblPr firstRow="0" firstCol="0" bandRow="0">
                <a:tableStyleId>{5C22544A-7EE6-4342-B048-85BDC9FD1C3A}</a:tableStyleId>
              </a:tblPr>
              <a:tblGrid>
                <a:gridCol w="1344706"/>
                <a:gridCol w="1344706"/>
              </a:tblGrid>
              <a:tr h="533400">
                <a:tc>
                  <a:txBody>
                    <a:bodyPr/>
                    <a:lstStyle/>
                    <a:p>
                      <a:r>
                        <a:rPr sz="2329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数量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NEW_TABLE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3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329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329"/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