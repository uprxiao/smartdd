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Shape 2"/>
          <p:cNvSpPr/>
          <p:nvPr/>
        </p:nvSpPr>
        <p:spPr xmlns:a="http://schemas.openxmlformats.org/drawingml/2006/main" xmlns:r="http://schemas.openxmlformats.org/officeDocument/2006/relationships" xmlns:p="http://schemas.openxmlformats.org/presentationml/2006/main">
          <a:xfrm>
            <a:off x="952500" y="1270000"/>
            <a:ext cx="2540000" cy="1270000"/>
          </a:xfrm>
          <a:prstGeom prst="rect">
            <a:avLst/>
          </a:prstGeom>
          <a:solidFill xmlns:a="http://schemas.openxmlformats.org/drawingml/2006/main">
            <a:srgbClr val="CC2200"/>
          </a:solidFill>
          <a:ln xmlns:a="http://schemas.openxmlformats.org/drawingml/2006/main" xmlns:r="http://schemas.openxmlformats.org/officeDocument/2006/relationships" xmlns:p="http://schemas.openxmlformats.org/presentationml/2006/main" w="19050">
            <a:solidFill xmlns:a="http://schemas.openxmlformats.org/drawingml/2006/main">
              <a:srgbClr val="557B73"/>
            </a:solidFill>
            <a:prstDash xmlns:a="http://schemas.openxmlformats.org/drawingml/2006/main" val="dash"/>
          </a:ln>
          <a:effectLst xmlns:a="http://schemas.openxmlformats.org/drawingml/2006/main" xmlns:r="http://schemas.openxmlformats.org/officeDocument/2006/relationships" xmlns:p="http://schemas.openxmlformats.org/presentationml/2006/main">
            <a:outerShdw xmlns:a="http://schemas.openxmlformats.org/drawingml/2006/main" blurRad="114300" dist="57150" dir="5400000" algn="ctr" rotWithShape="0">
              <a:srgbClr val="000000">
                <a:alpha val="20000"/>
              </a:srgbClr>
            </a:outerShdw>
          </a:effectLst>
        </p:spPr>
        <p:txBody>
          <a:bodyPr wrap="square" anchor="t"/>
          <a:lstStyle/>
          <a:p>
            <a:r>
              <a:rPr lang="zh-CN" sz="2329">
                <a:solidFill>
                  <a:srgbClr val="263D3A"/>
                </a:solidFill>
              </a:rPr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