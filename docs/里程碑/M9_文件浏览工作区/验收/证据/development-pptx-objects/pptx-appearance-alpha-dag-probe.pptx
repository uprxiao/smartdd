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embeddings/chart-data.xlsx" ContentType="application/vnd.openxmlformats-officedocument.spreadsheetml.sheet"/>
  <Override PartName="/customXml/m9-opaque.bin" ContentType="application/octet-stream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Relationship Id="m9rel727" Type="urn:smartdd:m9:opaque" Target="customXml/m9-opaque.bin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notesMaster" Target="notesMasters/notesMaster1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charts/_rels/chart1.xml.rels><Relationships xmlns="http://schemas.openxmlformats.org/package/2006/relationships"><Relationship Id="rIdEmbedded" Type="http://schemas.openxmlformats.org/officeDocument/2006/relationships/package" Target="../embeddings/chart-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ser>
          <c:idx val="0"/>
          <c:order val="0"/>
          <c:tx>
            <c:v>Value</c:v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  <c:crosses val="autoZero"/>
      </c:catAx>
      <c:valAx>
        <c:axId val="2"/>
        <c:scaling>
          <c:orientation val="minMax"/>
        </c:scaling>
        <c:axPos val="l"/>
        <c:crossAx val="1"/>
        <c:crosses val="autoZero"/>
      </c:valAx>
    </c:plotArea>
    <c:plotVisOnly val="1"/>
  </c:chart>
  <c:externalData r:id="rIdEmbedded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SLIDE_ONE_NOTES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hart" Type="http://schemas.openxmlformats.org/officeDocument/2006/relationships/chart" Target="../charts/char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2" name="Shape 2"/>
          <p:cNvSpPr/>
          <p:nvPr/>
        </p:nvSpPr>
        <p:spPr xmlns:a="http://schemas.openxmlformats.org/drawingml/2006/main" xmlns:r="http://schemas.openxmlformats.org/officeDocument/2006/relationships" xmlns:p="http://schemas.openxmlformats.org/presentationml/2006/main">
          <a:xfrm>
            <a:off x="952500" y="1270000"/>
            <a:ext cx="2540000" cy="1270000"/>
          </a:xfrm>
          <a:prstGeom prst="rect">
            <a:avLst/>
          </a:prstGeom>
          <a:solidFill xmlns:a="http://schemas.openxmlformats.org/drawingml/2006/main">
            <a:srgbClr val="CC2200"/>
          </a:solidFill>
          <a:ln xmlns:a="http://schemas.openxmlformats.org/drawingml/2006/main" xmlns:r="http://schemas.openxmlformats.org/officeDocument/2006/relationships" xmlns:p="http://schemas.openxmlformats.org/presentationml/2006/main" w="19050">
            <a:solidFill xmlns:a="http://schemas.openxmlformats.org/drawingml/2006/main">
              <a:srgbClr val="557B73"/>
            </a:solidFill>
            <a:prstDash xmlns:a="http://schemas.openxmlformats.org/drawingml/2006/main" val="dash"/>
          </a:ln>
          <a:effectDag xmlns:a="http://schemas.openxmlformats.org/drawingml/2006/main" type="tree">
            <a:alphaModFix amt="50000"/>
          </a:effectDag>
        </p:spPr>
        <p:txBody>
          <a:bodyPr wrap="square" anchor="t"/>
          <a:lstStyle/>
          <a:p>
            <a:r>
              <a:rPr lang="zh-CN" sz="2329">
                <a:solidFill>
                  <a:srgbClr val="263D3A"/>
                </a:solidFill>
              </a:rPr>
              <a:t/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OTHER_SLIDE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UNCHANGED_SLIDE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2026-10-17T08:23:29Z</dcterms:created>
  <dcterms:modified xsi:type="dcterms:W3CDTF">2026-10-17T08:23:29Z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