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MASTER_TITLE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/>
                      </a:r>
                    </a:p>
                  </a:txBody>
                  <a:tcPr>
                    <a:solidFill xmlns:a="http://schemas.openxmlformats.org/drawingml/2006/main">
                      <a:srgbClr val="01000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>
                    <a:solidFill xmlns:a="http://schemas.openxmlformats.org/drawingml/2006/main">
                      <a:srgbClr val="010002"/>
                    </a:solidFill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  <a:tcPr xmlns:a="http://schemas.openxmlformats.org/drawingml/2006/main">
                    <a:solidFill xmlns:a="http://schemas.openxmlformats.org/drawingml/2006/main">
                      <a:srgbClr val="010003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TABLE_EDITED</a:t>
                      </a:r>
                    </a:p>
                  </a:txBody>
                  <a:tcPr xmlns:a="http://schemas.openxmlformats.org/drawingml/2006/main">
                    <a:solidFill xmlns:a="http://schemas.openxmlformats.org/drawingml/2006/main">
                      <a:srgbClr val="010004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UNCHANGED_CELL</a:t>
                      </a:r>
                    </a:p>
                  </a:txBody>
                  <a:tcPr xmlns:a="http://schemas.openxmlformats.org/drawingml/2006/main">
                    <a:solidFill xmlns:a="http://schemas.openxmlformats.org/drawingml/2006/main">
                      <a:srgbClr val="010005"/>
                    </a:solidFill>
                  </a:tcPr>
                </a:tc>
              </a:tr>
            </a:tbl>
          </a:graphicData>
        </a:graphic>
      </p:graphicFrame>
      <p:graphicFrame xmlns:c="http://schemas.openxmlformats.org/drawingml/2006/chart">
        <p:nvGraphicFramePr>
          <p:cNvPr id="7" name="M9_CHART"/>
          <p:cNvGraphicFramePr/>
          <p:nvPr/>
        </p:nvGraphicFramePr>
        <p:xfrm>
          <a:off x="5000000" y="2000000"/>
          <a:ext cx="4000000" cy="2500000"/>
        </p:xfrm>
        <a:graphic>
          <a:graphicData uri="http://schemas.openxmlformats.org/drawingml/2006/chart">
            <c:chart r:id="rIdChart"/>
          </a:graphicData>
        </a:graphic>
      </p:graphicFrame>
      <p:graphicFrame xmlns:p="http://schemas.openxmlformats.org/presentationml/2006/main" xmlns:a="http://schemas.openxmlformats.org/drawingml/2006/main">
        <p:nvGraphicFramePr>
          <p:cNvPr id="8" name="Table 8"/>
          <p:cNvGraphicFramePr/>
          <p:nvPr/>
        </p:nvGraphicFramePr>
        <p:xfrm>
          <a:off x="1694329" y="1703070"/>
          <a:ext cx="2689412" cy="1600200"/>
        </p:xfrm>
        <a:graphic>
          <a:graphicData uri="http://schemas.openxmlformats.org/drawingml/2006/table">
            <a:tbl>
              <a:tblPr firstRow="0" firstCol="0" bandRow="0">
                <a:tableStyleId>{5C22544A-7EE6-4342-B048-85BDC9FD1C3A}</a:tableStyleId>
              </a:tblPr>
              <a:tblGrid>
                <a:gridCol w="1344706"/>
                <a:gridCol w="1344706"/>
              </a:tblGrid>
              <a:tr h="533400">
                <a:tc>
                  <a:txBody>
                    <a:bodyPr/>
                    <a:lstStyle/>
                    <a:p>
                      <a:r>
                        <a:rPr sz="2329"/>
                        <a:t>项目</a:t>
                      </a:r>
                    </a:p>
                  </a:txBody>
                  <a:tcPr>
                    <a:solidFill xmlns:a="http://schemas.openxmlformats.org/drawingml/2006/main">
                      <a:srgbClr val="0100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9"/>
                        <a:t>数量</a:t>
                      </a:r>
                    </a:p>
                  </a:txBody>
                  <a:tcPr>
                    <a:solidFill xmlns:a="http://schemas.openxmlformats.org/drawingml/2006/main">
                      <a:srgbClr val="01000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line one</a:t>
                      </a:r>
                    </a:p>
                    <a:p xmlns:a="http://schemas.openxmlformats.org/drawingml/2006/main">
                      <a:r>
                        <a:rPr xmlns:a="http://schemas.openxmlformats.org/drawingml/2006/main" xmlns:r="http://schemas.openxmlformats.org/officeDocument/2006/relationships" xmlns:p="http://schemas.openxmlformats.org/presentationml/2006/main" sz="2329"/>
                        <a:t xml:space="preserve">line two</a:t>
                      </a:r>
                    </a:p>
                    <a:p xmlns:a="http://schemas.openxmlformats.org/drawingml/2006/main">
                      <a:r>
                        <a:rPr xmlns:a="http://schemas.openxmlformats.org/drawingml/2006/main" xmlns:r="http://schemas.openxmlformats.org/officeDocument/2006/relationships" xmlns:p="http://schemas.openxmlformats.org/presentationml/2006/main" sz="2329"/>
                        <a:t xml:space="preserve">line three</a:t>
                      </a:r>
                    </a:p>
                    <a:p xmlns:a="http://schemas.openxmlformats.org/drawingml/2006/main">
                      <a:r>
                        <a:rPr xmlns:a="http://schemas.openxmlformats.org/drawingml/2006/main" xmlns:r="http://schemas.openxmlformats.org/officeDocument/2006/relationships" xmlns:p="http://schemas.openxmlformats.org/presentationml/2006/main" sz="2329"/>
                        <a:t xml:space="preserve">line four</a:t>
                      </a:r>
                    </a:p>
                  </a:txBody>
                  <a:tcPr>
                    <a:solidFill xmlns:a="http://schemas.openxmlformats.org/drawingml/2006/main">
                      <a:srgbClr val="0100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9"/>
                        <a:t>3</a:t>
                      </a:r>
                    </a:p>
                  </a:txBody>
                  <a:tcPr>
                    <a:solidFill xmlns:a="http://schemas.openxmlformats.org/drawingml/2006/main">
                      <a:srgbClr val="01000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B</a:t>
                      </a:r>
                    </a:p>
                  </a:txBody>
                  <a:tcPr>
                    <a:solidFill xmlns:a="http://schemas.openxmlformats.org/drawingml/2006/main">
                      <a:srgbClr val="0100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9"/>
                        <a:t>5</a:t>
                      </a:r>
                    </a:p>
                  </a:txBody>
                  <a:tcPr>
                    <a:solidFill xmlns:a="http://schemas.openxmlformats.org/drawingml/2006/main">
                      <a:srgbClr val="01000B"/>
                    </a:solidFill>
                  </a:tcPr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  <p:graphicFrame xmlns:p="http://schemas.openxmlformats.org/presentationml/2006/main" xmlns:a="http://schemas.openxmlformats.org/drawingml/2006/main">
        <p:nvGraphicFramePr>
          <p:cNvPr id="4" name="Table 4"/>
          <p:cNvGraphicFramePr/>
          <p:nvPr/>
        </p:nvGraphicFramePr>
        <p:xfrm>
          <a:off x="1532965" y="1497330"/>
          <a:ext cx="2689412" cy="1600200"/>
        </p:xfrm>
        <a:graphic>
          <a:graphicData uri="http://schemas.openxmlformats.org/drawingml/2006/table">
            <a:tbl>
              <a:tblPr firstRow="0" firstCol="0" bandRow="0">
                <a:tableStyleId>{5C22544A-7EE6-4342-B048-85BDC9FD1C3A}</a:tableStyleId>
              </a:tblPr>
              <a:tblGrid>
                <a:gridCol w="1344706"/>
                <a:gridCol w="1344706"/>
              </a:tblGrid>
              <a:tr h="533400">
                <a:tc>
                  <a:txBody>
                    <a:bodyPr/>
                    <a:lstStyle/>
                    <a:p>
                      <a:r>
                        <a:rPr sz="2329"/>
                        <a:t>项目</a:t>
                      </a:r>
                    </a:p>
                  </a:txBody>
                  <a:tcPr>
                    <a:solidFill xmlns:a="http://schemas.openxmlformats.org/drawingml/2006/main">
                      <a:srgbClr val="0100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9"/>
                        <a:t>数量</a:t>
                      </a:r>
                    </a:p>
                  </a:txBody>
                  <a:tcPr>
                    <a:solidFill xmlns:a="http://schemas.openxmlformats.org/drawingml/2006/main">
                      <a:srgbClr val="01000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A</a:t>
                      </a:r>
                    </a:p>
                  </a:txBody>
                  <a:tcPr>
                    <a:solidFill xmlns:a="http://schemas.openxmlformats.org/drawingml/2006/main">
                      <a:srgbClr val="010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9"/>
                        <a:t>3</a:t>
                      </a:r>
                    </a:p>
                  </a:txBody>
                  <a:tcPr>
                    <a:solidFill xmlns:a="http://schemas.openxmlformats.org/drawingml/2006/main">
                      <a:srgbClr val="01000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B</a:t>
                      </a:r>
                    </a:p>
                  </a:txBody>
                  <a:tcPr>
                    <a:solidFill xmlns:a="http://schemas.openxmlformats.org/drawingml/2006/main">
                      <a:srgbClr val="010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9"/>
                        <a:t>5</a:t>
                      </a:r>
                    </a:p>
                  </a:txBody>
                  <a:tcPr>
                    <a:solidFill xmlns:a="http://schemas.openxmlformats.org/drawingml/2006/main">
                      <a:srgbClr val="010011"/>
                    </a:solidFill>
                  </a:tcPr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