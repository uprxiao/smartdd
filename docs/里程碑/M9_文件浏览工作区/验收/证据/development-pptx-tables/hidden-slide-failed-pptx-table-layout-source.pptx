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embeddings/chart-data.xlsx" ContentType="application/vnd.openxmlformats-officedocument.spreadsheetml.sheet"/>
  <Override PartName="/customXml/m9-opaque.bin" ContentType="application/octet-stream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Relationship Id="m9rel727" Type="urn:smartdd:m9:opaque" Target="customXml/m9-opaque.bin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notesMaster" Target="notesMasters/notesMaster1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charts/_rels/chart1.xml.rels><Relationships xmlns="http://schemas.openxmlformats.org/package/2006/relationships"><Relationship Id="rIdEmbedded" Type="http://schemas.openxmlformats.org/officeDocument/2006/relationships/package" Target="../embeddings/chart-data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arChart>
        <c:barDir val="col"/>
        <c:grouping val="clustered"/>
        <c:ser>
          <c:idx val="0"/>
          <c:order val="0"/>
          <c:tx>
            <c:v>Value</c:v>
          </c:tx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</c:v>
                </c:pt>
                <c:pt idx="1">
                  <c:v>4</c:v>
                </c:pt>
              </c:numCache>
            </c:numRef>
          </c:val>
        </c:ser>
        <c:axId val="1"/>
        <c:axId val="2"/>
      </c:barChart>
      <c:catAx>
        <c:axId val="1"/>
        <c:scaling>
          <c:orientation val="minMax"/>
        </c:scaling>
        <c:axPos val="b"/>
        <c:crossAx val="2"/>
        <c:crosses val="autoZero"/>
      </c:catAx>
      <c:valAx>
        <c:axId val="2"/>
        <c:scaling>
          <c:orientation val="minMax"/>
        </c:scaling>
        <c:axPos val="l"/>
        <c:crossAx val="1"/>
        <c:crosses val="autoZero"/>
      </c:valAx>
    </c:plotArea>
    <c:plotVisOnly val="1"/>
  </c:chart>
  <c:externalData r:id="rIdEmbedded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SLIDE_ONE_NOTES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Chart" Type="http://schemas.openxmlformats.org/officeDocument/2006/relationships/chart" Target="../charts/char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F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MASTER_TITLE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0">
                <a:tc rowSpan="2"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TABLE_EDITED</a:t>
                      </a:r>
                    </a:p>
                  </a:txBody>
                </a:tc>
              </a:tr>
              <a:tr h="0">
                <a:tc vMerge="1"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UNCHANGED_CELL</a:t>
                      </a:r>
                    </a:p>
                  </a:txBody>
                </a:tc>
              </a:tr>
            </a:tbl>
          </a:graphicData>
        </a:graphic>
      </p:graphicFrame>
      <p:graphicFrame xmlns:c="http://schemas.openxmlformats.org/drawingml/2006/chart">
        <p:nvGraphicFramePr>
          <p:cNvPr id="7" name="M9_CHART"/>
          <p:cNvGraphicFramePr/>
          <p:nvPr/>
        </p:nvGraphicFramePr>
        <p:xfrm>
          <a:off x="5000000" y="2000000"/>
          <a:ext cx="4000000" cy="2500000"/>
        </p:xfrm>
        <a:graphic>
          <a:graphicData uri="http://schemas.openxmlformats.org/drawingml/2006/chart">
            <c:chart r:id="rIdChart"/>
          </a:graphicData>
        </a:graphic>
      </p:graphicFrame>
      <p:graphicFrame xmlns:p="http://schemas.openxmlformats.org/presentationml/2006/main" xmlns:a="http://schemas.openxmlformats.org/drawingml/2006/main">
        <p:nvGraphicFramePr>
          <p:cNvPr id="8" name="Table 8"/>
          <p:cNvGraphicFramePr/>
          <p:nvPr/>
        </p:nvGraphicFramePr>
        <p:xfrm>
          <a:off x="1694329" y="1703070"/>
          <a:ext cx="2689412" cy="1600200"/>
        </p:xfrm>
        <a:graphic>
          <a:graphicData uri="http://schemas.openxmlformats.org/drawingml/2006/table">
            <a:tbl>
              <a:tblPr firstRow="0" firstCol="0" bandRow="0">
                <a:tableStyleId>{5C22544A-7EE6-4342-B048-85BDC9FD1C3A}</a:tableStyleId>
              </a:tblPr>
              <a:tblGrid>
                <a:gridCol w="1344706"/>
                <a:gridCol w="1344706"/>
              </a:tblGrid>
              <a:tr h="533400">
                <a:tc>
                  <a:txBody>
                    <a:bodyPr/>
                    <a:lstStyle/>
                    <a:p>
                      <a:r>
                        <a:rPr sz="2329"/>
                        <a:t>项目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329"/>
                        <a:t>数量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2329"/>
                        <a:t>line one</a:t>
                      </a:r>
                    </a:p>
                    <a:p xmlns:a="http://schemas.openxmlformats.org/drawingml/2006/main">
                      <a:r>
                        <a:rPr xmlns:a="http://schemas.openxmlformats.org/drawingml/2006/main" xmlns:r="http://schemas.openxmlformats.org/officeDocument/2006/relationships" xmlns:p="http://schemas.openxmlformats.org/presentationml/2006/main" sz="2329"/>
                        <a:t xml:space="preserve">line two</a:t>
                      </a:r>
                    </a:p>
                    <a:p xmlns:a="http://schemas.openxmlformats.org/drawingml/2006/main">
                      <a:r>
                        <a:rPr xmlns:a="http://schemas.openxmlformats.org/drawingml/2006/main" xmlns:r="http://schemas.openxmlformats.org/officeDocument/2006/relationships" xmlns:p="http://schemas.openxmlformats.org/presentationml/2006/main" sz="2329"/>
                        <a:t xml:space="preserve">line three</a:t>
                      </a:r>
                    </a:p>
                    <a:p xmlns:a="http://schemas.openxmlformats.org/drawingml/2006/main">
                      <a:r>
                        <a:rPr xmlns:a="http://schemas.openxmlformats.org/drawingml/2006/main" xmlns:r="http://schemas.openxmlformats.org/officeDocument/2006/relationships" xmlns:p="http://schemas.openxmlformats.org/presentationml/2006/main" sz="2329"/>
                        <a:t xml:space="preserve">line four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329"/>
                        <a:t>3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2329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329"/>
                        <a:t>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OTHER_SLIDE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UNCHANGED_SLIDE</a:t>
            </a:r>
          </a:p>
        </p:txBody>
      </p:sp>
      <p:graphicFrame xmlns:p="http://schemas.openxmlformats.org/presentationml/2006/main" xmlns:a="http://schemas.openxmlformats.org/drawingml/2006/main">
        <p:nvGraphicFramePr>
          <p:cNvPr id="4" name="Table 4"/>
          <p:cNvGraphicFramePr/>
          <p:nvPr/>
        </p:nvGraphicFramePr>
        <p:xfrm>
          <a:off x="1532965" y="1497330"/>
          <a:ext cx="2689412" cy="1600200"/>
        </p:xfrm>
        <a:graphic>
          <a:graphicData uri="http://schemas.openxmlformats.org/drawingml/2006/table">
            <a:tbl>
              <a:tblPr firstRow="0" firstCol="0" bandRow="0">
                <a:tableStyleId>{5C22544A-7EE6-4342-B048-85BDC9FD1C3A}</a:tableStyleId>
              </a:tblPr>
              <a:tblGrid>
                <a:gridCol w="1344706"/>
                <a:gridCol w="1344706"/>
              </a:tblGrid>
              <a:tr h="533400">
                <a:tc>
                  <a:txBody>
                    <a:bodyPr/>
                    <a:lstStyle/>
                    <a:p>
                      <a:r>
                        <a:rPr sz="2329"/>
                        <a:t>项目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329"/>
                        <a:t>数量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2329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329"/>
                        <a:t>3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2329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329"/>
                        <a:t>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2026-10-17T08:23:29Z</dcterms:created>
  <dcterms:modified xsi:type="dcterms:W3CDTF">2026-10-17T08:23:29Z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