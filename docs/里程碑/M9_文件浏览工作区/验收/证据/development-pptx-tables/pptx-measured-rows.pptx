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embeddings/chart-data.xlsx" ContentType="application/vnd.openxmlformats-officedocument.spreadsheetml.sheet"/>
  <Override PartName="/customXml/m9-opaque.bin" ContentType="application/octet-stream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Relationship Id="m9rel727" Type="urn:smartdd:m9:opaque" Target="customXml/m9-opaque.bin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charts/_rels/chart1.xml.rels><Relationships xmlns="http://schemas.openxmlformats.org/package/2006/relationships"><Relationship Id="rIdEmbedded" Type="http://schemas.openxmlformats.org/officeDocument/2006/relationships/package" Target="../embeddings/chart-data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ser>
          <c:idx val="0"/>
          <c:order val="0"/>
          <c:tx>
            <c:v>Value</c:v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4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  <c:crosses val="autoZero"/>
      </c:catAx>
      <c:valAx>
        <c:axId val="2"/>
        <c:scaling>
          <c:orientation val="minMax"/>
        </c:scaling>
        <c:axPos val="l"/>
        <c:crossAx val="1"/>
        <c:crosses val="autoZero"/>
      </c:valAx>
    </c:plotArea>
    <c:plotVisOnly val="1"/>
  </c:chart>
  <c:externalData r:id="rIdEmbedded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SLIDE_ONE_NOTES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Chart" Type="http://schemas.openxmlformats.org/officeDocument/2006/relationships/chart" Target="../charts/char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MASTER_TITLE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23333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423334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TABLE_EDITED</a:t>
                      </a:r>
                    </a:p>
                  </a:txBody>
                </a:tc>
              </a:tr>
              <a:tr h="423333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UNCHANGED_CELL</a:t>
                      </a:r>
                    </a:p>
                  </a:txBody>
                </a:tc>
              </a:tr>
            </a:tbl>
          </a:graphicData>
        </a:graphic>
      </p:graphicFrame>
      <p:graphicFrame xmlns:c="http://schemas.openxmlformats.org/drawingml/2006/chart">
        <p:nvGraphicFramePr>
          <p:cNvPr id="7" name="M9_CHART"/>
          <p:cNvGraphicFramePr/>
          <p:nvPr/>
        </p:nvGraphicFramePr>
        <p:xfrm>
          <a:off x="5000000" y="2000000"/>
          <a:ext cx="4000000" cy="2500000"/>
        </p:xfrm>
        <a:graphic>
          <a:graphicData uri="http://schemas.openxmlformats.org/drawingml/2006/chart">
            <c:chart r:id="rIdChart"/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OTHER_SLIDE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UNCHANGED_SLIDE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2026-10-17T08:23:29Z</dcterms:created>
  <dcterms:modified xsi:type="dcterms:W3CDTF">2026-10-17T08:23:29Z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